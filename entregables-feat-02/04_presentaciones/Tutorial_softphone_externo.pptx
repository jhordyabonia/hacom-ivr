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utorial" id="{6fa17b57-3d2a-3d45-cdf8-ce3213278100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Maqueta IMS uVAS · FEAT-02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Conectar un softphone externo a la maqueta IMS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Dos caminos: el UE IMS de la maqueta (conforme 3GPP) o un softphone comercial con el perfil SIP Digest de DEV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Elegir el camino según el cliente</a:t>
            </a:r>
            <a:endParaRPr lang="en-US" sz="3000" dirty="0"/>
          </a:p>
        </p:txBody>
      </p:sp>
      <p:sp>
        <p:nvSpPr>
          <p:cNvPr id="3" name="card-UE IMS de la maqueta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UE IMS de la maqueta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pjsua parcheado (IMS-AKA + IPsec) en otro equipo Linux con Docker. Es el camino 3GPP: el P-CSCF negocia las SA y todo el tráfico va cifrado en integridad.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Recomendado para demos y pruebas de conformidad.</a:t>
            </a:r>
            <a:endParaRPr lang="en-US" sz="1400" dirty="0"/>
          </a:p>
        </p:txBody>
      </p:sp>
      <p:sp>
        <p:nvSpPr>
          <p:cNvPr id="8" name="card-Zoiper / Linphone / MicroSIP"/>
          <p:cNvSpPr/>
          <p:nvPr/>
        </p:nvSpPr>
        <p:spPr>
          <a:xfrm>
            <a:off x="6217920" y="1371600"/>
            <a:ext cx="539496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554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Zoiper / Linphone / MicroSIP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4028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implementan IMS-AKA ni sec-agree. Requieren activar el perfil SIP Digest no-3GPP (TS 33.203 Anexo N) en el S-CSCF.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para DEV: con él activo la regla A4 deja de cumplirse para esos clientes.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Paso común: llegar a la red de la maqueta sin NAT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315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 el host de la maqueta (una vez):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sysctl -w net.ipv4.ip_forward=1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iptables -I DOCKER-USER -s &lt;LAN&gt;/24 -d 172.32.0.0/24 -j ACCEPT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 el equipo del softphone: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ip route add 172.32.0.0/24 via &lt;IP del host de la maqueta&gt;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Comprobar: ping 172.32.0.8 (P-CSCF) y que el DNS 172.32.0.2 resuelva ims.mnc001.mcc001.3gppnetwork.org.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1463040"/>
            <a:ext cx="3474720" cy="384048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Por qué sin NAT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21945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 no atraviesa NAT sin encapsulado UDP, y el P-CSCF y RTPEngine anuncian direcciones 172.32.0.x. Con una ruta, el softphone ve esas direcciones directamente.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Camino A: el UE IMS en otro equipo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 Copiar la carpeta maqueta-ims-3/softphone y construir: docker build -t mims3_softphone softphone/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 Arrancar con capacidades de red: docker run -it --rm --net=host --cap-add NET_ADMIN --cap-add NET_RAW -v $PWD/softphone:/mnt/softphone mims3_softphone bash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 Registrar el UE1: /mnt/softphone/scripts/ue.sh 1 (UE2: ue.sh 2)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4.  En la consola de pjsua: m → sip:0100002@ims.mnc001.mcc001.3gppnetwork.org (IVR) o 0100004 (buzón)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5.  Con red host, pjsua toma la IP del equipo: el Contact y las SA usan esa dirección.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Esperado en el log: "sec-agree: SA IPsec ESP establecidas" y "registration success, status=200".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Camino B: softphone comercial con perfil Digest (DEV)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315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Activar el perfil en el S-CSCF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scscf/scscf.cfg: #!define WITH_NON3GPP_DIGEST, luego docker restart mims3_scscf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Cuenta en Zoiper / Linphone / MicroSIP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Usuario y autenticación: 0010100001 (MSISDN)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Dominio: ims.mnc001.mcc001.3gppnetwork.org · Proxy/outbound: 172.32.0.8:5060 UDP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Contraseña: la clave de prueba UE1_KI de maqueta-ims-3/.env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Códecs: PCMU/PCMA (FreeSWITCH responde en G.711)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1463040"/>
            <a:ext cx="3474720" cy="384048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Antes de una demo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21945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Volver a comentar la línea (##!define) y reiniciar el S-CSCF. Con el perfil desactivado, un cliente Digest recibe 403 y la maqueta solo admite IMS-AKA.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Probar y diagnosticar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42062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Síntoma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probable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Authentication Failed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Digest desactivado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A, o activar el perfil (DEV)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respuesta al REGISTER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la ruta a 172.32.0.0/24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route y regla DOCKER-USER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Llamada sin audio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RTP con NAT o firewall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 directa; abrir UDP de RTPEngine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sec-agree: fallo instalando 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residuales en el 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xfrm state flush; ip xfrm policy flush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Prueba rápida: llamar a 0100002 (IVR, pulsar 1) y a 0100003 (dejar un mensaje).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S Señalización">
  <a:themeElements>
    <a:clrScheme name="IMS Señalización">
      <a:dk1>
        <a:srgbClr val="17262F"/>
      </a:dk1>
      <a:lt1>
        <a:srgbClr val="FFFFFF"/>
      </a:lt1>
      <a:dk2>
        <a:srgbClr val="0E4A55"/>
      </a:dk2>
      <a:lt2>
        <a:srgbClr val="EEF4F5"/>
      </a:lt2>
      <a:accent1>
        <a:srgbClr val="0F7C8A"/>
      </a:accent1>
      <a:accent2>
        <a:srgbClr val="F0A030"/>
      </a:accent2>
      <a:accent3>
        <a:srgbClr val="3E9A5E"/>
      </a:accent3>
      <a:accent4>
        <a:srgbClr val="C2473A"/>
      </a:accent4>
      <a:accent5>
        <a:srgbClr val="5B6B78"/>
      </a:accent5>
      <a:accent6>
        <a:srgbClr val="9CC9CF"/>
      </a:accent6>
      <a:hlink>
        <a:srgbClr val="0F7C8A"/>
      </a:hlink>
      <a:folHlink>
        <a:srgbClr val="5B6B78"/>
      </a:folHlink>
    </a:clrScheme>
    <a:fontScheme name="IMS Señalizació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HACOM / Amaris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Tutorial: conectar un softphone externo a la maqueta IMS</dc:title>
  <dc:subject>PptxGenJS Presentation</dc:subject>
  <dc:creator>Jhordy Abonia</dc:creator>
  <cp:lastModifiedBy>Jhordy Abonia</cp:lastModifiedBy>
  <cp:revision>1</cp:revision>
  <dcterms:created xsi:type="dcterms:W3CDTF">2026-10-15T04:03:07Z</dcterms:created>
  <dcterms:modified xsi:type="dcterms:W3CDTF">2026-10-15T04:03:07Z</dcterms:modified>
</cp:coreProperties>
</file>